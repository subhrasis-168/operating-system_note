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73" r:id="rId6"/>
    <p:sldId id="259" r:id="rId7"/>
    <p:sldId id="260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5E672-3D06-4485-AB45-46002CB0CFBF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DC90D-C67C-4BD8-AC58-6E08E0A342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File Management from CLI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68362"/>
          </a:xfrm>
        </p:spPr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pic>
        <p:nvPicPr>
          <p:cNvPr id="4" name="Content Placeholder 3" descr="1.2.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371600"/>
            <a:ext cx="4171791" cy="4876800"/>
          </a:xfrm>
        </p:spPr>
      </p:pic>
      <p:pic>
        <p:nvPicPr>
          <p:cNvPr id="5" name="Picture 4" descr="1.2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371600"/>
            <a:ext cx="4191000" cy="1600200"/>
          </a:xfrm>
          <a:prstGeom prst="rect">
            <a:avLst/>
          </a:prstGeom>
        </p:spPr>
      </p:pic>
      <p:pic>
        <p:nvPicPr>
          <p:cNvPr id="6" name="Picture 5" descr="1.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5648156"/>
            <a:ext cx="4038601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File System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files on a Linux system are stored on file systems which are organized into a single </a:t>
            </a:r>
            <a:r>
              <a:rPr lang="en-US" dirty="0" smtClean="0"/>
              <a:t>inverted tree </a:t>
            </a:r>
            <a:r>
              <a:rPr lang="en-US" dirty="0"/>
              <a:t>of directories, known as a </a:t>
            </a:r>
            <a:r>
              <a:rPr lang="en-US" i="1" dirty="0">
                <a:solidFill>
                  <a:srgbClr val="FF0000"/>
                </a:solidFill>
              </a:rPr>
              <a:t>file sys tem hierarchy</a:t>
            </a:r>
            <a:r>
              <a:rPr lang="en-US" i="1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3" descr="1.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581400"/>
            <a:ext cx="6611273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directory </a:t>
            </a:r>
            <a:r>
              <a:rPr lang="en-US" dirty="0" smtClean="0"/>
              <a:t>/ </a:t>
            </a:r>
            <a:r>
              <a:rPr lang="en-US" dirty="0"/>
              <a:t>is the root directory at the top of the file </a:t>
            </a:r>
            <a:r>
              <a:rPr lang="en-US" dirty="0" smtClean="0"/>
              <a:t>system hierarchy.</a:t>
            </a:r>
          </a:p>
          <a:p>
            <a:r>
              <a:rPr lang="en-US" dirty="0"/>
              <a:t>Subdirectories of </a:t>
            </a:r>
            <a:r>
              <a:rPr lang="en-US" dirty="0" smtClean="0"/>
              <a:t>/ </a:t>
            </a:r>
            <a:r>
              <a:rPr lang="en-US" dirty="0"/>
              <a:t>are used for standardized </a:t>
            </a:r>
            <a:r>
              <a:rPr lang="en-US" dirty="0" smtClean="0"/>
              <a:t>purposes </a:t>
            </a:r>
            <a:r>
              <a:rPr lang="en-US" dirty="0"/>
              <a:t>to organize files by type and purpose</a:t>
            </a:r>
            <a:r>
              <a:rPr lang="en-US" dirty="0" smtClean="0"/>
              <a:t>. </a:t>
            </a:r>
            <a:r>
              <a:rPr lang="en-US" dirty="0"/>
              <a:t>This makes it easier to find </a:t>
            </a:r>
            <a:r>
              <a:rPr lang="en-US" dirty="0" smtClean="0"/>
              <a:t>files.</a:t>
            </a:r>
          </a:p>
          <a:p>
            <a:r>
              <a:rPr lang="en-US" dirty="0"/>
              <a:t>The following terms are encountered in describing file system directory contents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static is content that remains unchanged until </a:t>
            </a:r>
            <a:r>
              <a:rPr lang="en-US" dirty="0" smtClean="0"/>
              <a:t>explicitly </a:t>
            </a:r>
            <a:r>
              <a:rPr lang="en-US" dirty="0"/>
              <a:t>edited or reconfigured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dynamic </a:t>
            </a:r>
            <a:r>
              <a:rPr lang="en-US" dirty="0"/>
              <a:t>or variable is content typically modified or appended by active processes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persistent is content, particularly configuration settings, that </a:t>
            </a:r>
            <a:r>
              <a:rPr lang="en-US" dirty="0" smtClean="0"/>
              <a:t>remain </a:t>
            </a:r>
            <a:r>
              <a:rPr lang="en-US" dirty="0"/>
              <a:t>after a reboot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runtime is process- or </a:t>
            </a:r>
            <a:r>
              <a:rPr lang="en-US" dirty="0" smtClean="0"/>
              <a:t>system-specific </a:t>
            </a:r>
            <a:r>
              <a:rPr lang="en-US" dirty="0"/>
              <a:t>content or </a:t>
            </a:r>
            <a:r>
              <a:rPr lang="en-US" dirty="0" smtClean="0"/>
              <a:t>attributes </a:t>
            </a:r>
            <a:r>
              <a:rPr lang="en-US" dirty="0"/>
              <a:t>cleared during reboot.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Why </a:t>
            </a:r>
            <a:r>
              <a:rPr lang="en-US" b="1" dirty="0" smtClean="0">
                <a:solidFill>
                  <a:srgbClr val="FF0000"/>
                </a:solidFill>
              </a:rPr>
              <a:t>File System Hierarchy is important..?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Basic </a:t>
            </a:r>
            <a:r>
              <a:rPr lang="en-US" dirty="0" smtClean="0"/>
              <a:t>Security</a:t>
            </a:r>
          </a:p>
          <a:p>
            <a:r>
              <a:rPr lang="en-US" dirty="0" smtClean="0"/>
              <a:t>Categorizing Sharable and UN-sharable files in different buckets</a:t>
            </a:r>
          </a:p>
          <a:p>
            <a:r>
              <a:rPr lang="en-US" dirty="0" smtClean="0"/>
              <a:t>Organizing application files as per the FHS complaint</a:t>
            </a:r>
          </a:p>
          <a:p>
            <a:r>
              <a:rPr lang="en-US" dirty="0" smtClean="0"/>
              <a:t>Which gives more flexibility for the developers to write </a:t>
            </a:r>
            <a:r>
              <a:rPr lang="en-US" dirty="0" smtClean="0"/>
              <a:t>or develop </a:t>
            </a:r>
            <a:r>
              <a:rPr lang="en-US" dirty="0" smtClean="0"/>
              <a:t>programs</a:t>
            </a:r>
          </a:p>
          <a:p>
            <a:r>
              <a:rPr lang="en-US" dirty="0" smtClean="0"/>
              <a:t>Easy to manage Operating system for Administrators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2.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533400"/>
            <a:ext cx="7786777" cy="55626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.2.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28800"/>
            <a:ext cx="7745507" cy="41148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2.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457200"/>
            <a:ext cx="6096851" cy="4572000"/>
          </a:xfrm>
        </p:spPr>
      </p:pic>
      <p:pic>
        <p:nvPicPr>
          <p:cNvPr id="5" name="Picture 4" descr="1.2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05400"/>
            <a:ext cx="63246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Absolute Vs Relative Path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An </a:t>
            </a:r>
            <a:r>
              <a:rPr lang="pt-BR" dirty="0"/>
              <a:t>absolute path </a:t>
            </a:r>
            <a:r>
              <a:rPr lang="pt-BR" dirty="0" smtClean="0"/>
              <a:t>is </a:t>
            </a:r>
            <a:r>
              <a:rPr lang="pt-BR" dirty="0"/>
              <a:t>a fully qualified </a:t>
            </a:r>
            <a:r>
              <a:rPr lang="pt-BR" dirty="0" smtClean="0"/>
              <a:t>name</a:t>
            </a:r>
            <a:r>
              <a:rPr lang="pt-BR" dirty="0"/>
              <a:t>, beg </a:t>
            </a:r>
            <a:r>
              <a:rPr lang="pt-BR" dirty="0" smtClean="0"/>
              <a:t>inning </a:t>
            </a:r>
            <a:r>
              <a:rPr lang="pt-BR" dirty="0"/>
              <a:t>at </a:t>
            </a:r>
            <a:r>
              <a:rPr lang="pt-BR" dirty="0" smtClean="0"/>
              <a:t>the root </a:t>
            </a:r>
            <a:r>
              <a:rPr lang="pt-BR" dirty="0"/>
              <a:t>( </a:t>
            </a:r>
            <a:r>
              <a:rPr lang="pt-BR" dirty="0" smtClean="0"/>
              <a:t>/) directory and specifying each </a:t>
            </a:r>
            <a:r>
              <a:rPr lang="en-US" dirty="0" smtClean="0"/>
              <a:t>subdirectory traversed </a:t>
            </a:r>
            <a:r>
              <a:rPr lang="en-US" dirty="0"/>
              <a:t>to reach </a:t>
            </a:r>
            <a:r>
              <a:rPr lang="en-US" dirty="0" smtClean="0"/>
              <a:t>and uniquely represent </a:t>
            </a:r>
            <a:r>
              <a:rPr lang="en-US" dirty="0"/>
              <a:t>a </a:t>
            </a:r>
            <a:r>
              <a:rPr lang="en-US" dirty="0" smtClean="0"/>
              <a:t>single file.</a:t>
            </a:r>
          </a:p>
          <a:p>
            <a:r>
              <a:rPr lang="pt-BR" dirty="0" smtClean="0"/>
              <a:t>Everyfile in a file system has a unique absolute path name.</a:t>
            </a:r>
          </a:p>
          <a:p>
            <a:r>
              <a:rPr lang="pt-BR" dirty="0" smtClean="0"/>
              <a:t>Like an absolute path , a relative path identifies a unique file , specifying only the path necessary </a:t>
            </a:r>
            <a:r>
              <a:rPr lang="en-US" dirty="0" smtClean="0"/>
              <a:t>to reach the file from the working directory.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For standard Linux file systems , the path name of a file, including all / characters, may be no more than 4095 bytes long.</a:t>
            </a:r>
          </a:p>
          <a:p>
            <a:r>
              <a:rPr lang="pt-BR" dirty="0" smtClean="0"/>
              <a:t>Each component of the path name separated by / characters may be no more than 255 bytes long .</a:t>
            </a:r>
          </a:p>
          <a:p>
            <a:r>
              <a:rPr lang="pt-BR" dirty="0" smtClean="0"/>
              <a:t>File names can use any UTF-8 encoded Unicode character except / and the NUL character.</a:t>
            </a:r>
          </a:p>
          <a:p>
            <a:r>
              <a:rPr lang="en-US" dirty="0" smtClean="0"/>
              <a:t>Linux file system s- including  ext4, XFS , BTRFS,GFS2, are case s</a:t>
            </a:r>
            <a:r>
              <a:rPr lang="pt-BR" dirty="0" smtClean="0"/>
              <a:t>ensitive.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Quiz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469515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1.2.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19200"/>
            <a:ext cx="41148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Navigating Paths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pwd</a:t>
            </a:r>
            <a:endParaRPr lang="en-US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 (</a:t>
            </a:r>
            <a:r>
              <a:rPr lang="en-US" dirty="0" err="1" smtClean="0"/>
              <a:t>a,l,R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cd</a:t>
            </a:r>
            <a:endParaRPr lang="en-US" dirty="0" smtClean="0"/>
          </a:p>
          <a:p>
            <a:r>
              <a:rPr lang="en-US" dirty="0" smtClean="0"/>
              <a:t>~</a:t>
            </a:r>
          </a:p>
          <a:p>
            <a:r>
              <a:rPr lang="en-US" dirty="0" smtClean="0"/>
              <a:t>touch</a:t>
            </a:r>
          </a:p>
          <a:p>
            <a:r>
              <a:rPr lang="en-US" dirty="0" smtClean="0"/>
              <a:t>.  (current directory)</a:t>
            </a:r>
          </a:p>
          <a:p>
            <a:r>
              <a:rPr lang="en-US" dirty="0" smtClean="0"/>
              <a:t>..  (parent directory)</a:t>
            </a:r>
          </a:p>
          <a:p>
            <a:r>
              <a:rPr lang="en-US" dirty="0" err="1" smtClean="0"/>
              <a:t>cd</a:t>
            </a:r>
            <a:r>
              <a:rPr lang="en-US" dirty="0" smtClean="0"/>
              <a:t> –  ( alternate between two directories)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2.1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284" y="432974"/>
            <a:ext cx="6487431" cy="5915851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Command line file management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mkdir</a:t>
            </a:r>
            <a:r>
              <a:rPr lang="en-US" dirty="0" smtClean="0"/>
              <a:t>  dir</a:t>
            </a:r>
          </a:p>
          <a:p>
            <a:r>
              <a:rPr lang="en-US" dirty="0" err="1" smtClean="0"/>
              <a:t>mkdir</a:t>
            </a:r>
            <a:r>
              <a:rPr lang="en-US" dirty="0" smtClean="0"/>
              <a:t>  -p  par1/par2/dir</a:t>
            </a:r>
          </a:p>
          <a:p>
            <a:r>
              <a:rPr lang="en-US" dirty="0" smtClean="0"/>
              <a:t>cp file1 file2</a:t>
            </a:r>
          </a:p>
          <a:p>
            <a:r>
              <a:rPr lang="en-US" dirty="0" smtClean="0"/>
              <a:t>cp  file1 file2 file3 dir</a:t>
            </a:r>
          </a:p>
          <a:p>
            <a:r>
              <a:rPr lang="en-US" dirty="0" err="1" smtClean="0"/>
              <a:t>mv</a:t>
            </a:r>
            <a:r>
              <a:rPr lang="en-US" dirty="0" smtClean="0"/>
              <a:t>  f1 f2 (renaming in the same dir)</a:t>
            </a:r>
          </a:p>
          <a:p>
            <a:r>
              <a:rPr lang="en-US" dirty="0" err="1" smtClean="0"/>
              <a:t>mv</a:t>
            </a:r>
            <a:r>
              <a:rPr lang="en-US" dirty="0" smtClean="0"/>
              <a:t>  f1 /dir/f2</a:t>
            </a:r>
          </a:p>
          <a:p>
            <a:r>
              <a:rPr lang="en-US" dirty="0" err="1" smtClean="0"/>
              <a:t>rm</a:t>
            </a:r>
            <a:r>
              <a:rPr lang="en-US" dirty="0" smtClean="0"/>
              <a:t>    (option </a:t>
            </a:r>
            <a:r>
              <a:rPr lang="en-US" dirty="0" err="1" smtClean="0"/>
              <a:t>irf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rmdir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Task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Create a directory.</a:t>
            </a:r>
          </a:p>
          <a:p>
            <a:r>
              <a:rPr lang="en-US" dirty="0" smtClean="0"/>
              <a:t>Create multiple directories in a single command.</a:t>
            </a:r>
          </a:p>
          <a:p>
            <a:r>
              <a:rPr lang="en-US" dirty="0" smtClean="0"/>
              <a:t>Create a directory when parent dir is missing.</a:t>
            </a:r>
          </a:p>
          <a:p>
            <a:r>
              <a:rPr lang="en-US" dirty="0" smtClean="0"/>
              <a:t>Copy one file to another in the current dir.</a:t>
            </a:r>
          </a:p>
          <a:p>
            <a:r>
              <a:rPr lang="en-US" dirty="0" smtClean="0"/>
              <a:t>Copy multiple file to another dir .</a:t>
            </a:r>
          </a:p>
          <a:p>
            <a:r>
              <a:rPr lang="en-US" dirty="0" smtClean="0"/>
              <a:t>Copy multiple file and dir to another dir.</a:t>
            </a:r>
          </a:p>
          <a:p>
            <a:r>
              <a:rPr lang="en-US" dirty="0" smtClean="0"/>
              <a:t>Rename one file in the same dir.</a:t>
            </a:r>
          </a:p>
          <a:p>
            <a:r>
              <a:rPr lang="en-US" dirty="0" smtClean="0"/>
              <a:t>Move one file to another dir.</a:t>
            </a:r>
          </a:p>
          <a:p>
            <a:r>
              <a:rPr lang="en-US" dirty="0" smtClean="0"/>
              <a:t>Remove an empty dir.</a:t>
            </a:r>
          </a:p>
          <a:p>
            <a:r>
              <a:rPr lang="en-US" dirty="0" smtClean="0"/>
              <a:t>Remove a non empty dir.</a:t>
            </a:r>
          </a:p>
          <a:p>
            <a:r>
              <a:rPr lang="en-US" dirty="0" smtClean="0"/>
              <a:t>Remove a non empty dir forcefully.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File globbing: path name expansion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The Bash shell has a path name-matching capability historically called globbing, abbreviated from the "global command " file path expansion program of early UNIX .</a:t>
            </a:r>
          </a:p>
          <a:p>
            <a:r>
              <a:rPr lang="pt-BR" dirty="0" smtClean="0"/>
              <a:t>The Bash globbing feature,commonlycalled pattern matching or " wild cards " , makes managing largenumbers of files easier.</a:t>
            </a:r>
          </a:p>
          <a:p>
            <a:r>
              <a:rPr lang="pt-BR" dirty="0" smtClean="0"/>
              <a:t>Using meta-characters that "expand " to match file and path names.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2.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457200"/>
            <a:ext cx="6857999" cy="59436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6096000"/>
          </a:xfrm>
        </p:spPr>
        <p:txBody>
          <a:bodyPr/>
          <a:lstStyle/>
          <a:p>
            <a:r>
              <a:rPr lang="en-US" dirty="0" smtClean="0"/>
              <a:t>Tilde expansion: The tilde character (~), when followed by a slash delimiter, matches the current user's home directory. When followed by a string of characters up to a slash, it will be interpreted as a username, if one matches.</a:t>
            </a:r>
          </a:p>
          <a:p>
            <a:r>
              <a:rPr lang="en-US" dirty="0" smtClean="0"/>
              <a:t>Brace expansion:</a:t>
            </a:r>
            <a:endParaRPr lang="en-US" dirty="0"/>
          </a:p>
        </p:txBody>
      </p:sp>
      <p:pic>
        <p:nvPicPr>
          <p:cNvPr id="4" name="Picture 3" descr="1.2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05200"/>
            <a:ext cx="5060092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591</Words>
  <Application>Microsoft Office PowerPoint</Application>
  <PresentationFormat>On-screen Show (4:3)</PresentationFormat>
  <Paragraphs>64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File Management from CLI</vt:lpstr>
      <vt:lpstr>Quiz</vt:lpstr>
      <vt:lpstr>File System Hierarchy</vt:lpstr>
      <vt:lpstr>Slide 4</vt:lpstr>
      <vt:lpstr> Why File System Hierarchy is important..? </vt:lpstr>
      <vt:lpstr>Slide 6</vt:lpstr>
      <vt:lpstr>Slide 7</vt:lpstr>
      <vt:lpstr>Slide 8</vt:lpstr>
      <vt:lpstr>Absolute Vs Relative Path</vt:lpstr>
      <vt:lpstr>Slide 10</vt:lpstr>
      <vt:lpstr>Quiz</vt:lpstr>
      <vt:lpstr>Navigating Paths</vt:lpstr>
      <vt:lpstr>Slide 13</vt:lpstr>
      <vt:lpstr>Command line file management</vt:lpstr>
      <vt:lpstr>Task</vt:lpstr>
      <vt:lpstr>File globbing: path name expansion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 Hierarchy</dc:title>
  <dc:creator>suvendu</dc:creator>
  <cp:lastModifiedBy>suvendu</cp:lastModifiedBy>
  <cp:revision>55</cp:revision>
  <dcterms:created xsi:type="dcterms:W3CDTF">2017-07-04T04:24:13Z</dcterms:created>
  <dcterms:modified xsi:type="dcterms:W3CDTF">2017-07-11T04:42:25Z</dcterms:modified>
</cp:coreProperties>
</file>